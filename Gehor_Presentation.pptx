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CAMPUS GRIEVANCE FRICTION &amp; OPERATIONAL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Problem: Why Student Grievance Redressal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 higher education institutions, fragmented department silos, cumbersome portal forms, and zero urgency triage result in severe student dissatisfaction and overlooked campus hazards.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6499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07792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43F5E"/>
                </a:solidFill>
              </a:defRPr>
            </a:pPr>
            <a:r>
              <a:t>PAIN POINT 01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The Department Silo &amp; Black Hole</a:t>
            </a:r>
          </a:p>
          <a:p>
            <a:pPr>
              <a:defRPr sz="2000" b="1">
                <a:solidFill>
                  <a:srgbClr val="F43F5E"/>
                </a:solidFill>
              </a:defRPr>
            </a:pPr>
            <a:r>
              <a:t>68% Drop-off Rate</a:t>
            </a:r>
          </a:p>
          <a:p>
            <a:pPr>
              <a:spcAft>
                <a:spcPts val="1400"/>
              </a:spcAft>
              <a:defRPr sz="1000" i="1">
                <a:solidFill>
                  <a:srgbClr val="94A3B8"/>
                </a:solidFill>
              </a:defRPr>
            </a:pPr>
            <a:r>
              <a:t>on complex, multi-field ERP grievance forms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Students don't know who handles what (IT vs. Estate vs. Maintenance vs. Hostel).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Rigid ERP portals demand 10+ mandatory dropdown fields before submission.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Misrouted tickets sit idle for 3–5 days before being reassigned or rejected.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103120"/>
            <a:ext cx="336499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2331720"/>
            <a:ext cx="2907792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</a:defRPr>
            </a:pPr>
            <a:r>
              <a:t>PAIN POINT 02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Safety &amp; Safeguarding Blindspots</a:t>
            </a:r>
          </a:p>
          <a:p>
            <a:pPr>
              <a:defRPr sz="2000" b="1">
                <a:solidFill>
                  <a:srgbClr val="F59E0B"/>
                </a:solidFill>
              </a:defRPr>
            </a:pPr>
            <a:r>
              <a:t>Zero Urgency Triage</a:t>
            </a:r>
          </a:p>
          <a:p>
            <a:pPr>
              <a:spcAft>
                <a:spcPts val="1400"/>
              </a:spcAft>
              <a:defRPr sz="1000" i="1">
                <a:solidFill>
                  <a:srgbClr val="94A3B8"/>
                </a:solidFill>
              </a:defRPr>
            </a:pPr>
            <a:r>
              <a:t>High-risk safety hazards treated as routine maintenance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Life-safety hazards (sparking conduits, gas leaks, water flooding) get queued behind routine queries.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Zero-tolerance safeguarding issues (ragging, bullying, harassment) lack immediate panic-escalation.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Unverified complaints cause false-flag chaos, while real victims stay silent.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2103120"/>
            <a:ext cx="336499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2331720"/>
            <a:ext cx="2907792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43F5E"/>
                </a:solidFill>
              </a:defRPr>
            </a:pPr>
            <a:r>
              <a:t>PAIN POINT 03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Administrative Opacity &amp; Fatigue</a:t>
            </a:r>
          </a:p>
          <a:p>
            <a:pPr>
              <a:defRPr sz="2000" b="1">
                <a:solidFill>
                  <a:srgbClr val="F43F5E"/>
                </a:solidFill>
              </a:defRPr>
            </a:pPr>
            <a:r>
              <a:t>4.2x Duplication</a:t>
            </a:r>
          </a:p>
          <a:p>
            <a:pPr>
              <a:spcAft>
                <a:spcPts val="1400"/>
              </a:spcAft>
              <a:defRPr sz="1000" i="1">
                <a:solidFill>
                  <a:srgbClr val="94A3B8"/>
                </a:solidFill>
              </a:defRPr>
            </a:pPr>
            <a:r>
              <a:t>Repeated submissions for the same open issue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 real-time progress visibility creates student anxiety and repeated follow-ups.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Facility staff receive unstructured complaints lacking location, photos, or symptoms.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Institutional leadership lacks unified SLA analytics and performance auditing.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Gehör Architecture | 16-Hour Hackathon Presentation | Page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THE REVOLUTIONARY CAMPUS AI GRIEVANCE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Solution: Gehör (🎙️ 'Being Heard')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end-to-end conversational AI intake desk, deterministic life-safety override pipeline, and progressive autonomous routing engine running 100% offline with zero cloud dependency.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364992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907792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SOLUTION PILLAR 01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Conversational WhatsApp Intake Desk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Sub-60s Filing</a:t>
            </a:r>
          </a:p>
          <a:p>
            <a:pPr>
              <a:spcAft>
                <a:spcPts val="1400"/>
              </a:spcAft>
              <a:defRPr sz="1000" i="1">
                <a:solidFill>
                  <a:srgbClr val="94A3B8"/>
                </a:solidFill>
              </a:defRPr>
            </a:pPr>
            <a:r>
              <a:t>Natural language intake with zero form fatigue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Natural multi-turn slot filling extracts location, category, and symptoms automatically.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Active duplicate detection warns students of existing open tickets at the same location.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Generates instant Structured Confirmation Cards with 1-click 'Confirm &amp; Submit'.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98264" y="2103120"/>
            <a:ext cx="336499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26864" y="2331720"/>
            <a:ext cx="2907792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6B6D4"/>
                </a:solidFill>
              </a:defRPr>
            </a:pPr>
            <a:r>
              <a:t>SOLUTION PILLAR 02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Deterministic Safety &amp; Anti-Ragging Guard</a:t>
            </a:r>
          </a:p>
          <a:p>
            <a:pPr>
              <a:defRPr sz="2000" b="1">
                <a:solidFill>
                  <a:srgbClr val="06B6D4"/>
                </a:solidFill>
              </a:defRPr>
            </a:pPr>
            <a:r>
              <a:t>0ms Latency Override</a:t>
            </a:r>
          </a:p>
          <a:p>
            <a:pPr>
              <a:spcAft>
                <a:spcPts val="1400"/>
              </a:spcAft>
              <a:defRPr sz="1000" i="1">
                <a:solidFill>
                  <a:srgbClr val="94A3B8"/>
                </a:solidFill>
              </a:defRPr>
            </a:pPr>
            <a:r>
              <a:t>Life-safety emergencies bypass routine AI queue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Pattern guards instantly classify Ragging, Violence, Harassment, and Fire as CRITICAL.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Routes immediately to Anti-Ragging Committee or Campus Security.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Institutional Email Friction Gate deters false reports while expediting dispatch.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2103120"/>
            <a:ext cx="3364992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93608" y="2331720"/>
            <a:ext cx="2907792" cy="3657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SOLUTION PILLAR 03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Autonomous Triage &amp; 9-Point SOP Briefs</a:t>
            </a:r>
          </a:p>
          <a:p>
            <a:pPr>
              <a:defRPr sz="2000" b="1">
                <a:solidFill>
                  <a:srgbClr val="10B981"/>
                </a:solidFill>
              </a:defRPr>
            </a:pPr>
            <a:r>
              <a:t>85%+ Autonomous SLA</a:t>
            </a:r>
          </a:p>
          <a:p>
            <a:pPr>
              <a:spcAft>
                <a:spcPts val="1400"/>
              </a:spcAft>
              <a:defRPr sz="1000" i="1">
                <a:solidFill>
                  <a:srgbClr val="94A3B8"/>
                </a:solidFill>
              </a:defRPr>
            </a:pPr>
            <a:r>
              <a:t>Progressive autonomy with supervisor-in-the-loop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Routes tickets directly to designated staff (IT, Grounds, Maintenance, Catering).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Generates actionable 9-point SOP resolution plans tailored to technician recipients.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✔ Real-time student stepper tracking + Admin command center with SLA analytics.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Gehör Architecture | 16-Hour Hackathon Presentation | Page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